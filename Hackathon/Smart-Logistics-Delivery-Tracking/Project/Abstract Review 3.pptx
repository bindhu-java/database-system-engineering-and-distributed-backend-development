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Calibri (MS) Bold" charset="1" panose="020F0702030404030204"/>
      <p:regular r:id="rId8"/>
    </p:embeddedFont>
    <p:embeddedFont>
      <p:font typeface="Times New Roman" charset="1" panose="02020603050405020304"/>
      <p:regular r:id="rId9"/>
    </p:embeddedFont>
    <p:embeddedFont>
      <p:font typeface="Georgia Bold" charset="1" panose="02040802050405020203"/>
      <p:regular r:id="rId10"/>
    </p:embeddedFont>
    <p:embeddedFont>
      <p:font typeface="Georgia" charset="1" panose="02040502050405020303"/>
      <p:regular r:id="rId11"/>
    </p:embeddedFont>
    <p:embeddedFont>
      <p:font typeface="Calibri (MS)" charset="1" panose="020F0502020204030204"/>
      <p:regular r:id="rId12"/>
    </p:embeddedFont>
    <p:embeddedFont>
      <p:font typeface="Times New Roman Bold" charset="1" panose="020208030705050203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675"/>
            <a:ext cx="3152775" cy="1350169"/>
            <a:chOff x="0" y="0"/>
            <a:chExt cx="4203700" cy="1800225"/>
          </a:xfrm>
        </p:grpSpPr>
        <p:sp>
          <p:nvSpPr>
            <p:cNvPr name="Freeform 3" id="3" descr="KL University Hyderabad"/>
            <p:cNvSpPr/>
            <p:nvPr/>
          </p:nvSpPr>
          <p:spPr>
            <a:xfrm flipH="false" flipV="false" rot="0">
              <a:off x="0" y="0"/>
              <a:ext cx="4203700" cy="1800225"/>
            </a:xfrm>
            <a:custGeom>
              <a:avLst/>
              <a:gdLst/>
              <a:ahLst/>
              <a:cxnLst/>
              <a:rect r="r" b="b" t="t" l="l"/>
              <a:pathLst>
                <a:path h="1800225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17944"/>
            <a:ext cx="18288000" cy="69056"/>
            <a:chOff x="0" y="0"/>
            <a:chExt cx="24384000" cy="92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9056"/>
            <a:chOff x="0" y="0"/>
            <a:chExt cx="24384000" cy="92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4505325" cy="4505325"/>
            <a:chOff x="0" y="0"/>
            <a:chExt cx="6007100" cy="6007100"/>
          </a:xfrm>
        </p:grpSpPr>
        <p:sp>
          <p:nvSpPr>
            <p:cNvPr name="Freeform 9" id="9" descr="Background pattern  Description automatically generated"/>
            <p:cNvSpPr/>
            <p:nvPr/>
          </p:nvSpPr>
          <p:spPr>
            <a:xfrm flipH="false" flipV="false" rot="0">
              <a:off x="0" y="0"/>
              <a:ext cx="6007100" cy="6007100"/>
            </a:xfrm>
            <a:custGeom>
              <a:avLst/>
              <a:gdLst/>
              <a:ahLst/>
              <a:cxnLst/>
              <a:rect r="r" b="b" t="t" l="l"/>
              <a:pathLst>
                <a:path h="6007100" w="6007100">
                  <a:moveTo>
                    <a:pt x="0" y="0"/>
                  </a:moveTo>
                  <a:lnTo>
                    <a:pt x="6007100" y="0"/>
                  </a:lnTo>
                  <a:lnTo>
                    <a:pt x="6007100" y="6007100"/>
                  </a:lnTo>
                  <a:lnTo>
                    <a:pt x="0" y="600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-1734941"/>
            <a:ext cx="18474085" cy="7037245"/>
            <a:chOff x="0" y="0"/>
            <a:chExt cx="24632113" cy="93829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632114" cy="9382992"/>
            </a:xfrm>
            <a:custGeom>
              <a:avLst/>
              <a:gdLst/>
              <a:ahLst/>
              <a:cxnLst/>
              <a:rect r="r" b="b" t="t" l="l"/>
              <a:pathLst>
                <a:path h="9382992" w="24632114">
                  <a:moveTo>
                    <a:pt x="0" y="0"/>
                  </a:moveTo>
                  <a:lnTo>
                    <a:pt x="24632114" y="0"/>
                  </a:lnTo>
                  <a:lnTo>
                    <a:pt x="24632114" y="9382992"/>
                  </a:lnTo>
                  <a:lnTo>
                    <a:pt x="0" y="9382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24632113" cy="945919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180"/>
                </a:lnSpc>
              </a:pPr>
            </a:p>
            <a:p>
              <a:pPr algn="ctr">
                <a:lnSpc>
                  <a:spcPts val="5940"/>
                </a:lnSpc>
              </a:pPr>
            </a:p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C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Structures and Algorithms -3 (25CS2103E)</a:t>
              </a:r>
            </a:p>
            <a:p>
              <a:pPr algn="ctr">
                <a:lnSpc>
                  <a:spcPts val="4536"/>
                </a:lnSpc>
              </a:pPr>
            </a:p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C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High-Performance Medical Information Search System</a:t>
              </a:r>
            </a:p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C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</a:p>
            <a:p>
              <a:pPr algn="ctr">
                <a:lnSpc>
                  <a:spcPts val="594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627169" y="6993336"/>
            <a:ext cx="6644049" cy="302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</a:p>
          <a:p>
            <a:pPr algn="ctr">
              <a:lnSpc>
                <a:spcPts val="3466"/>
              </a:lnSpc>
            </a:pPr>
          </a:p>
          <a:p>
            <a:pPr algn="ctr">
              <a:lnSpc>
                <a:spcPts val="3466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Esteemed Guidance of</a:t>
            </a:r>
          </a:p>
          <a:p>
            <a:pPr algn="ctr">
              <a:lnSpc>
                <a:spcPts val="3466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Madhavi</a:t>
            </a:r>
          </a:p>
          <a:p>
            <a:pPr algn="ctr">
              <a:lnSpc>
                <a:spcPts val="3466"/>
              </a:lnSpc>
            </a:pPr>
          </a:p>
          <a:p>
            <a:pPr algn="ctr">
              <a:lnSpc>
                <a:spcPts val="2916"/>
              </a:lnSpc>
            </a:pPr>
          </a:p>
          <a:p>
            <a:pPr algn="ctr">
              <a:lnSpc>
                <a:spcPts val="2916"/>
              </a:lnSpc>
            </a:pPr>
          </a:p>
        </p:txBody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2792911" y="4760430"/>
          <a:ext cx="13716000" cy="2590800"/>
        </p:xfrm>
        <a:graphic>
          <a:graphicData uri="http://schemas.openxmlformats.org/drawingml/2006/table">
            <a:tbl>
              <a:tblPr/>
              <a:tblGrid>
                <a:gridCol w="6858000"/>
                <a:gridCol w="6858000"/>
              </a:tblGrid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4F7089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Team Member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4F7089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Roll Number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Vaishali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2520030117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Bindhu Madhavi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2520030077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Sri Kruthi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2520030340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E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6675"/>
            <a:ext cx="3152775" cy="1350169"/>
            <a:chOff x="0" y="0"/>
            <a:chExt cx="4203700" cy="1800225"/>
          </a:xfrm>
        </p:grpSpPr>
        <p:sp>
          <p:nvSpPr>
            <p:cNvPr name="Freeform 3" id="3" descr="KL University Hyderabad"/>
            <p:cNvSpPr/>
            <p:nvPr/>
          </p:nvSpPr>
          <p:spPr>
            <a:xfrm flipH="false" flipV="false" rot="0">
              <a:off x="0" y="0"/>
              <a:ext cx="4203700" cy="1800225"/>
            </a:xfrm>
            <a:custGeom>
              <a:avLst/>
              <a:gdLst/>
              <a:ahLst/>
              <a:cxnLst/>
              <a:rect r="r" b="b" t="t" l="l"/>
              <a:pathLst>
                <a:path h="1800225" w="4203700">
                  <a:moveTo>
                    <a:pt x="0" y="0"/>
                  </a:moveTo>
                  <a:lnTo>
                    <a:pt x="4203700" y="0"/>
                  </a:lnTo>
                  <a:lnTo>
                    <a:pt x="4203700" y="1800225"/>
                  </a:lnTo>
                  <a:lnTo>
                    <a:pt x="0" y="180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217944"/>
            <a:ext cx="18288000" cy="69056"/>
            <a:chOff x="0" y="0"/>
            <a:chExt cx="24384000" cy="92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9056"/>
            <a:chOff x="0" y="0"/>
            <a:chExt cx="24384000" cy="92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92075"/>
            </a:xfrm>
            <a:custGeom>
              <a:avLst/>
              <a:gdLst/>
              <a:ahLst/>
              <a:cxnLst/>
              <a:rect r="r" b="b" t="t" l="l"/>
              <a:pathLst>
                <a:path h="920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2075"/>
                  </a:lnTo>
                  <a:lnTo>
                    <a:pt x="0" y="92075"/>
                  </a:lnTo>
                  <a:close/>
                </a:path>
              </a:pathLst>
            </a:custGeom>
            <a:solidFill>
              <a:srgbClr val="BA25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32277" y="-835819"/>
            <a:ext cx="4505325" cy="4505325"/>
            <a:chOff x="0" y="0"/>
            <a:chExt cx="6007100" cy="6007100"/>
          </a:xfrm>
        </p:grpSpPr>
        <p:sp>
          <p:nvSpPr>
            <p:cNvPr name="Freeform 9" id="9" descr="Background pattern  Description automatically generated"/>
            <p:cNvSpPr/>
            <p:nvPr/>
          </p:nvSpPr>
          <p:spPr>
            <a:xfrm flipH="false" flipV="false" rot="0">
              <a:off x="0" y="0"/>
              <a:ext cx="6007100" cy="6007100"/>
            </a:xfrm>
            <a:custGeom>
              <a:avLst/>
              <a:gdLst/>
              <a:ahLst/>
              <a:cxnLst/>
              <a:rect r="r" b="b" t="t" l="l"/>
              <a:pathLst>
                <a:path h="6007100" w="6007100">
                  <a:moveTo>
                    <a:pt x="0" y="0"/>
                  </a:moveTo>
                  <a:lnTo>
                    <a:pt x="6007100" y="0"/>
                  </a:lnTo>
                  <a:lnTo>
                    <a:pt x="6007100" y="6007100"/>
                  </a:lnTo>
                  <a:lnTo>
                    <a:pt x="0" y="600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20386" y="2360962"/>
            <a:ext cx="14619294" cy="5731156"/>
            <a:chOff x="0" y="0"/>
            <a:chExt cx="19492392" cy="76415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92392" cy="7641545"/>
            </a:xfrm>
            <a:custGeom>
              <a:avLst/>
              <a:gdLst/>
              <a:ahLst/>
              <a:cxnLst/>
              <a:rect r="r" b="b" t="t" l="l"/>
              <a:pathLst>
                <a:path h="7641545" w="19492392">
                  <a:moveTo>
                    <a:pt x="0" y="0"/>
                  </a:moveTo>
                  <a:lnTo>
                    <a:pt x="19492392" y="0"/>
                  </a:lnTo>
                  <a:lnTo>
                    <a:pt x="19492392" y="7641545"/>
                  </a:lnTo>
                  <a:lnTo>
                    <a:pt x="0" y="76415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21" r="0" b="921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9492392" cy="7698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High-Performance Medical Information Search System is designed for fast retrieval of medical information.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system contains a medical corpus with 100 medical records and a database of 2,000 patient records.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 can search medical information using keywords such as diseases, symptoms, and conditions.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KMP, Z-Function, and Rabin-Karp algorithms are used for string searching.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Dynamic Programming techniques such as Edit Distance and LCS are also implemented.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system also performs patient symptom searching and displays matching patient records.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main objective is to provide fast and efficient medical information retrieval. 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135274" y="1369219"/>
            <a:ext cx="3038772" cy="67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2"/>
              </a:lnSpc>
              <a:spcBef>
                <a:spcPct val="0"/>
              </a:spcBef>
            </a:pPr>
            <a:r>
              <a:rPr lang="en-US" b="true" sz="42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ABSTRACT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DAHV2NdB2oo</dc:identifier>
  <dcterms:modified xsi:type="dcterms:W3CDTF">2011-08-01T06:04:30Z</dcterms:modified>
  <cp:revision>1</cp:revision>
  <dc:title>DSA-3_Project PPT.pptx</dc:title>
</cp:coreProperties>
</file>