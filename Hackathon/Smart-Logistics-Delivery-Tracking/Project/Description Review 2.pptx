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3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embeddedFontLst>
    <p:embeddedFont>
      <p:font typeface="Calibri (MS)" panose="020B0604020202020204" charset="0"/>
      <p:regular r:id="rId5"/>
    </p:embeddedFont>
    <p:embeddedFont>
      <p:font typeface="Calibri (MS) Bold" panose="020B0604020202020204" charset="0"/>
      <p:regular r:id="rId6"/>
    </p:embeddedFont>
    <p:embeddedFont>
      <p:font typeface="Georgia" panose="02040502050405020303" pitchFamily="18" charset="0"/>
      <p:regular r:id="rId7"/>
      <p:bold r:id="rId8"/>
      <p:italic r:id="rId9"/>
      <p:boldItalic r:id="rId10"/>
    </p:embeddedFont>
    <p:embeddedFont>
      <p:font typeface="Georgia Bold"/>
      <p:regular r:id="rId11"/>
    </p:embeddedFont>
    <p:embeddedFont>
      <p:font typeface="Trebuchet MS" panose="020B0603020202020204" pitchFamily="34" charset="0"/>
      <p:regular r:id="rId12"/>
      <p:bold r:id="rId13"/>
      <p:italic r:id="rId14"/>
      <p:boldItalic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4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9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6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7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2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5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9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62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0888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6671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5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63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9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1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676687"/>
            <a:ext cx="16390620" cy="1264889"/>
            <a:chOff x="-1280160" y="-103591"/>
            <a:chExt cx="21854160" cy="1686519"/>
          </a:xfrm>
        </p:grpSpPr>
        <p:sp>
          <p:nvSpPr>
            <p:cNvPr id="9" name="Freeform 9"/>
            <p:cNvSpPr/>
            <p:nvPr/>
          </p:nvSpPr>
          <p:spPr>
            <a:xfrm>
              <a:off x="-1280160" y="-46442"/>
              <a:ext cx="21762720" cy="1629370"/>
            </a:xfrm>
            <a:custGeom>
              <a:avLst/>
              <a:gdLst/>
              <a:ahLst/>
              <a:cxnLst/>
              <a:rect l="l" t="t" r="r" b="b"/>
              <a:pathLst>
                <a:path w="21762720" h="1629370">
                  <a:moveTo>
                    <a:pt x="0" y="0"/>
                  </a:moveTo>
                  <a:lnTo>
                    <a:pt x="21762720" y="0"/>
                  </a:lnTo>
                  <a:lnTo>
                    <a:pt x="21762720" y="1629370"/>
                  </a:lnTo>
                  <a:lnTo>
                    <a:pt x="0" y="1629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580" b="-19392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-1188720" y="-103591"/>
              <a:ext cx="21762720" cy="1638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High-Performance Medical Information Search System</a:t>
              </a:r>
            </a:p>
            <a:p>
              <a:pPr algn="ctr">
                <a:lnSpc>
                  <a:spcPts val="4320"/>
                </a:lnSpc>
              </a:pPr>
              <a:endParaRPr lang="en-US" sz="3600" b="1" dirty="0">
                <a:solidFill>
                  <a:srgbClr val="4F7089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34830"/>
              </p:ext>
            </p:extLst>
          </p:nvPr>
        </p:nvGraphicFramePr>
        <p:xfrm>
          <a:off x="1371600" y="2165891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0" dirty="0">
                          <a:solidFill>
                            <a:schemeClr val="tx1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dirty="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 dirty="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0" dirty="0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 b="0" dirty="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dirty="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 dirty="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0" dirty="0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 b="0" dirty="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dirty="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 dirty="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960120" y="5966460"/>
            <a:ext cx="16322040" cy="480060"/>
            <a:chOff x="0" y="0"/>
            <a:chExt cx="21762720" cy="640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62720" cy="640080"/>
            </a:xfrm>
            <a:custGeom>
              <a:avLst/>
              <a:gdLst/>
              <a:ahLst/>
              <a:cxnLst/>
              <a:rect l="l" t="t" r="r" b="b"/>
              <a:pathLst>
                <a:path w="21762720" h="64008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2491" b="-61249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dirty="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the Guidance of  </a:t>
              </a:r>
              <a:r>
                <a:rPr lang="en-US" sz="1950" b="1" dirty="0">
                  <a:latin typeface="Calibri (MS) Bold"/>
                  <a:ea typeface="Calibri (MS) Bold"/>
                  <a:cs typeface="Calibri (MS) Bold"/>
                  <a:sym typeface="Calibri (MS) Bold"/>
                </a:rPr>
                <a:t>S. Madhavi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6419088"/>
            <a:ext cx="16322040" cy="480060"/>
            <a:chOff x="0" y="0"/>
            <a:chExt cx="21762720" cy="6400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62720" cy="640080"/>
            </a:xfrm>
            <a:custGeom>
              <a:avLst/>
              <a:gdLst/>
              <a:ahLst/>
              <a:cxnLst/>
              <a:rect l="l" t="t" r="r" b="b"/>
              <a:pathLst>
                <a:path w="21762720" h="64008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2491" b="-61249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dirty="0"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and Engineering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rot="11880">
            <a:off x="6368396" y="7607618"/>
            <a:ext cx="5505479" cy="0"/>
          </a:xfrm>
          <a:prstGeom prst="line">
            <a:avLst/>
          </a:prstGeom>
          <a:ln w="9525" cap="rnd">
            <a:solidFill>
              <a:srgbClr val="B3C4D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219200" y="7591142"/>
            <a:ext cx="16322040" cy="548640"/>
            <a:chOff x="0" y="0"/>
            <a:chExt cx="2176272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62720" cy="731520"/>
            </a:xfrm>
            <a:custGeom>
              <a:avLst/>
              <a:gdLst/>
              <a:ahLst/>
              <a:cxnLst/>
              <a:rect l="l" t="t" r="r" b="b"/>
              <a:pathLst>
                <a:path w="21762720" h="7315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679" b="-52967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 spc="150" dirty="0">
                  <a:latin typeface="Georgia Bold"/>
                  <a:ea typeface="Georgia Bold"/>
                  <a:cs typeface="Georgia Bold"/>
                  <a:sym typeface="Georgia Bold"/>
                </a:rPr>
                <a:t>KONERU LAKSHMAIAH EDUCATION FOUNDATION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" y="8435340"/>
            <a:ext cx="16322040" cy="411480"/>
            <a:chOff x="0" y="0"/>
            <a:chExt cx="2176272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Deemed to be University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364063" y="5143500"/>
            <a:ext cx="725465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7A6552"/>
                </a:solidFill>
                <a:latin typeface="Georgia"/>
                <a:ea typeface="Georgia"/>
                <a:cs typeface="Georgia"/>
                <a:sym typeface="Georgia"/>
              </a:rPr>
              <a:t>Section: 7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7A6552"/>
                </a:solidFill>
                <a:latin typeface="Georgia"/>
                <a:ea typeface="Georgia"/>
                <a:cs typeface="Georgia"/>
                <a:sym typeface="Georgia"/>
              </a:rPr>
              <a:t> Team: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919320" y="813435"/>
            <a:ext cx="3923109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latin typeface="Georgia Bold"/>
                <a:ea typeface="Georgia Bold"/>
                <a:cs typeface="Georgia Bold"/>
                <a:sym typeface="Georgia Bold"/>
              </a:rPr>
              <a:t>Description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73109" y="3739704"/>
            <a:ext cx="11541782" cy="403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user enters a medical term to be searched.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Medical information is provided through text files or documents.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system preprocesses the input pattern before searching.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Efficient searching algorithms are applied to find the required term.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system identifies all matching occurrences in the text.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positions of the matching terms are displayed.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searching performance is analyzed based on execution time and efficiency.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system can process large medical text datasets without unnecessary comparisons.</a:t>
            </a:r>
          </a:p>
          <a:p>
            <a:pPr marL="523565" lvl="1" indent="-261783" algn="l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search results help users quickly locate relevant medical information from the available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151</Words>
  <Application>Microsoft Office PowerPoint</Application>
  <PresentationFormat>Custom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Calibri</vt:lpstr>
      <vt:lpstr>Arial</vt:lpstr>
      <vt:lpstr>Georgia</vt:lpstr>
      <vt:lpstr>Wingdings 3</vt:lpstr>
      <vt:lpstr>Calibri (MS)</vt:lpstr>
      <vt:lpstr>Georgia Bold</vt:lpstr>
      <vt:lpstr>Calibri (MS) Bold</vt:lpstr>
      <vt:lpstr>Trebuchet MS</vt:lpstr>
      <vt:lpstr>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High-Performance-Text-Searching-KMP (1).pptx</dc:title>
  <dc:creator>bindhu</dc:creator>
  <cp:lastModifiedBy>Bindhu Madhavi P</cp:lastModifiedBy>
  <cp:revision>2</cp:revision>
  <dcterms:created xsi:type="dcterms:W3CDTF">2006-08-16T00:00:00Z</dcterms:created>
  <dcterms:modified xsi:type="dcterms:W3CDTF">2026-09-21T17:25:09Z</dcterms:modified>
  <dc:identifier>DAHU5sRfZH4</dc:identifier>
</cp:coreProperties>
</file>