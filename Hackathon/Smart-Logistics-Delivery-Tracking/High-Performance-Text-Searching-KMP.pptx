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743200"/>
            <a:ext cx="6583680" cy="65836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412480" y="3840480"/>
            <a:ext cx="5852160" cy="58521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692640" y="-2011680"/>
            <a:ext cx="3840480" cy="38404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HIGH-PERFORMANCE TEXT SEARCHING USING KMP ALGORITHM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5C46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Application using the Knuth–Morris–Pratt (KMP) Algorithm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1508760" y="1965960"/>
          <a:ext cx="9144000" cy="1737360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7089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Team Member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7089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Roll Number</a:t>
                      </a:r>
                      <a:endParaRPr lang="en-US" sz="14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Vaishali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2520030117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Bindhu Madhavi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2520030077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Sri Kruthi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C4632"/>
                          </a:solidFill>
                          <a:latin typeface="Georgia" panose="02040502050405020303" pitchFamily="34" charset="0"/>
                          <a:ea typeface="Georgia" panose="02040502050405020303" pitchFamily="34" charset="-122"/>
                          <a:cs typeface="Georgia" panose="02040502050405020303" pitchFamily="34" charset="-120"/>
                        </a:rPr>
                        <a:t>2520030340</a:t>
                      </a:r>
                      <a:endParaRPr lang="en-US" sz="1300" dirty="0">
                        <a:latin typeface="Georgia" panose="02040502050405020303" pitchFamily="34" charset="0"/>
                        <a:ea typeface="Georgia" panose="02040502050405020303" pitchFamily="34" charset="0"/>
                        <a:cs typeface="Georgia" panose="02040502050405020303" pitchFamily="34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977640"/>
            <a:ext cx="10881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65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Guidance of  </a:t>
            </a:r>
            <a:r>
              <a:rPr lang="en-US" sz="1300" b="1" dirty="0">
                <a:solidFill>
                  <a:srgbClr val="4F70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Madhavi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279392"/>
            <a:ext cx="10881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70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 of Computer Science and Engineering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51960" y="5074920"/>
            <a:ext cx="3657600" cy="0"/>
          </a:xfrm>
          <a:prstGeom prst="line">
            <a:avLst/>
          </a:prstGeom>
          <a:noFill/>
          <a:ln w="12700">
            <a:solidFill>
              <a:srgbClr val="B3C4D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KONERU LAKSHMAIAH EDUCATION FOUNDATION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5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KLH Deemed to be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Develops a high-performance text searching application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altLang="en-US" sz="1600" dirty="0"/>
              <a:t>find a particular pattern in text and also finds all the places where that pattern appears.</a:t>
            </a:r>
            <a:endParaRPr lang="en-US" alt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prefix/failure table for pattern preprocessing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altLang="en-US" sz="1600" dirty="0"/>
              <a:t>It can also search through multiple text files</a:t>
            </a:r>
            <a:endParaRPr lang="en-US" alt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all occurrences of the given pattern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positions of matching patterns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advanced matching and analysis techniques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altLang="en-US" sz="1600" dirty="0"/>
              <a:t>the main goal is to make searching faster</a:t>
            </a:r>
            <a:endParaRPr lang="en-US" alt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unnecessary character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for efficient processing of large text datasets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large text files can require many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Brute-force searching may perform unnecessary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multiple files increases processing time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comparisons reduce searching efficiency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search problems require different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and approximate matching need different approaches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datasets require efficient and scalable 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need clear and understandable search results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positions should be identified accurately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Therefore, an advanced text-searching solution is required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Proposed Functionalities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pattern searching using KMP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matching using Z-Function and Rabin-Karp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Approximate matching using Dynamic Programming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Document-pattern assignment using Network Flow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 using Approximation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Randomized and Parallel Searching for large datasets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across multiple text files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Identification of all matching positions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Visualization of matching positions and results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comparison between different algorithms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Tools, Technologies &amp; Algorithms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KMP, Z-Function and Rabin-Karp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Programming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Flow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Approximation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Randomized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Algorithms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Text-file 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preprocessing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visualization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analysis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669280" cy="56692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961120" y="4206240"/>
            <a:ext cx="4937760" cy="49377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4937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and efficient pattern searching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unnecessary character comparisons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identification of matching positions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for large and multiple text files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processing of large text datasets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of different algorithmic approaches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scalability using parallel processing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visualization of search results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understanding of advanced algorithmic techniques</a:t>
            </a:r>
            <a:endParaRPr lang="en-US" sz="16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C46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application of algorithms in text analysis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743200"/>
            <a:ext cx="6583680" cy="65836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8412480" y="3840480"/>
            <a:ext cx="5852160" cy="5852160"/>
          </a:xfrm>
          <a:prstGeom prst="ellipse">
            <a:avLst/>
          </a:prstGeom>
          <a:solidFill>
            <a:srgbClr val="B9CCD9">
              <a:alpha val="6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692640" y="-2011680"/>
            <a:ext cx="3840480" cy="3840480"/>
          </a:xfrm>
          <a:prstGeom prst="ellipse">
            <a:avLst/>
          </a:prstGeom>
          <a:solidFill>
            <a:srgbClr val="C9D9E3">
              <a:alpha val="65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708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2585</Words>
  <Application>WPS Presentation</Application>
  <PresentationFormat>On-screen Show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kruthi</cp:lastModifiedBy>
  <cp:revision>3</cp:revision>
  <dcterms:created xsi:type="dcterms:W3CDTF">2026-08-19T16:06:00Z</dcterms:created>
  <dcterms:modified xsi:type="dcterms:W3CDTF">2026-08-20T05:57:40Z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4A7E2C7FE78347388E8144756E67DDCD_12</vt:lpwstr>
  </property>
  <property fmtid="{D5CDD505-2E9C-101B-9397-08002B2CF9AE}" pid="3" name="KSOProductBuildVer">
    <vt:lpwstr>1033-12.1.0.28032</vt:lpwstr>
  </property>
</Properties>
</file>