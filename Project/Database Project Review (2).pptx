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4002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83" d="100"/>
          <a:sy n="83" d="100"/>
        </p:scale>
        <p:origin x="72" y="28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1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4073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1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9575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0503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14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4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8813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70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2096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4935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744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433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4554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148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72388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57071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3651" r:id="rId18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EXAM PREPARATION APP WITH ADAPTIVE QUIZZES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Date: 16-08-2026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1st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Spandana. 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385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Konda Vaishali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P. Bindhu Madhavi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Alaparthi Nava Harsha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2520030493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 3</a:t>
            </a:r>
            <a:endParaRPr lang="en-IN" sz="3200" b="1" dirty="0">
              <a:solidFill>
                <a:srgbClr val="0070C0"/>
              </a:solidFill>
            </a:endParaRP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327280"/>
              </p:ext>
            </p:extLst>
          </p:nvPr>
        </p:nvGraphicFramePr>
        <p:xfrm>
          <a:off x="1424484" y="1711757"/>
          <a:ext cx="10515600" cy="221723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539108">
                <a:tc>
                  <a:txBody>
                    <a:bodyPr/>
                    <a:lstStyle/>
                    <a:p>
                      <a:r>
                        <a:rPr dirty="0"/>
                        <a:t>Konda Vaishali (2520030117)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&amp; Adaptive Quiz Developer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P. Bindhu Madhavi (2520030077)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Application &amp; Testing Developer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Alaparthi Nava Harsha (2520030493)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 &amp; DBMS Developer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The Exam Preparation App with Adaptive Quizzes is an Android application that personalizes exam practice using Item Response Theory (IRT) to dynamically adjust question difficulty to each learner's estimated ability.</a:t>
            </a:r>
            <a:endParaRPr lang="en-US" dirty="0"/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A layered backend architecture handles request handling, validation, business logic, data access, persistence, and response generation.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A normalized, entity-relationship-based database organizes learner, question, quiz, result, topic, and performance data while reducing redundancy and update anomalies.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Core features include the Adaptive Quiz Engine, Performance Analytics, Weak Topic Detection, Mock Test Scheduler, and Peer Ranking.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ACID-compliant transactions keep quiz attempts, scores, and learner progress consistent, while indexing and query optimization keep the system fast.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Built with Kotlin, Room Database, and Firebase, the app supports distributed, replicated access to learner data across multiple devices.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F0F199-DF0E-3A6D-0BF2-C27659C80A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434762"/>
            <a:ext cx="7144905" cy="35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Exam preparation requires regular practice and performance tracking. </a:t>
            </a:r>
          </a:p>
          <a:p>
            <a:r>
              <a:rPr lang="en-US" sz="1800" dirty="0"/>
              <a:t>Our app provides personalized quizzes for each learner. </a:t>
            </a:r>
          </a:p>
          <a:p>
            <a:r>
              <a:rPr lang="en-US" sz="1800" dirty="0"/>
              <a:t>IRT selects questions based on the learner's ability. </a:t>
            </a:r>
          </a:p>
          <a:p>
            <a:r>
              <a:rPr lang="en-US" sz="1800" dirty="0"/>
              <a:t>The app provides performance analysis and weak-topic detection. </a:t>
            </a:r>
          </a:p>
          <a:p>
            <a:r>
              <a:rPr lang="en-US" sz="1800" dirty="0"/>
              <a:t>Room Database and Firebase manage learner data. </a:t>
            </a:r>
          </a:p>
          <a:p>
            <a:r>
              <a:rPr lang="en-US" sz="1800" dirty="0"/>
              <a:t>The system provides a reliable exam preparation experience. </a:t>
            </a:r>
          </a:p>
          <a:p>
            <a:r>
              <a:rPr lang="en-US" sz="1800" dirty="0"/>
              <a:t>Supports offline practice. </a:t>
            </a:r>
          </a:p>
          <a:p>
            <a:r>
              <a:rPr lang="en-US" sz="1800" dirty="0"/>
              <a:t>Synchronizes learner progress across multiple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D9461A-ADA7-2A65-8A54-AA84EA8D31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26694" y="3647319"/>
            <a:ext cx="83339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BF3277D-A787-956D-D2F7-623E21D93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279" y="868113"/>
            <a:ext cx="864341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 preparation requires regular practice and performance tracking.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app provides personalized quizzes for each learner.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IRT selects questions based on the learner's 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performance analysis and weak-topic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Room Database and Firebase manage learner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reliable exam preparation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Synchronizes learner progress across multiple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peer ranking for performance comparison. 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lang="en-US" sz="2000" dirty="0"/>
              <a:t>Students need personalized practice. </a:t>
            </a:r>
          </a:p>
          <a:p>
            <a:r>
              <a:rPr lang="en-US" sz="2000" dirty="0"/>
              <a:t>Difficulty cannot be adjusted in real time. </a:t>
            </a:r>
          </a:p>
          <a:p>
            <a:r>
              <a:rPr lang="en-US" sz="2000" dirty="0"/>
              <a:t>Weak topics are difficult to identify. </a:t>
            </a:r>
          </a:p>
          <a:p>
            <a:r>
              <a:rPr lang="en-US" sz="2000" dirty="0"/>
              <a:t>Poor database design can cause incorrect or lost progress. </a:t>
            </a:r>
          </a:p>
          <a:p>
            <a:r>
              <a:rPr lang="en-US" sz="2000" dirty="0"/>
              <a:t>Concurrent quiz attempts can cause data consistency problems. </a:t>
            </a:r>
          </a:p>
          <a:p>
            <a:r>
              <a:rPr lang="en-US" sz="2000" dirty="0"/>
              <a:t>Slow queries affect question retrieval and analytics. </a:t>
            </a:r>
          </a:p>
          <a:p>
            <a:r>
              <a:rPr lang="en-US" sz="2000" dirty="0"/>
              <a:t>Difficult to track overall learning progress and performance patterns. </a:t>
            </a:r>
          </a:p>
          <a:p>
            <a:r>
              <a:rPr lang="en-US" sz="2000" dirty="0"/>
              <a:t>Limited support for reliable learning data across multiple devices. </a:t>
            </a:r>
          </a:p>
          <a:p>
            <a:pPr algn="l">
              <a:spcAft>
                <a:spcPts val="1400"/>
              </a:spcAft>
            </a:pPr>
            <a:endParaRPr sz="2000" dirty="0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011893"/>
                </a:solidFill>
              </a:rPr>
              <a:t>Adaptive Quiz Engine: </a:t>
            </a:r>
            <a:r>
              <a:rPr sz="1800" b="0">
                <a:solidFill>
                  <a:srgbClr val="000000"/>
                </a:solidFill>
              </a:rPr>
              <a:t>powered by Item Response Theory (IRT) to dynamically select questions matched to each learner's estimated ability.</a:t>
            </a:r>
            <a:endParaRPr lang="en-US" dirty="0"/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11893"/>
                </a:solidFill>
              </a:rPr>
              <a:t>Normalized Database Design: </a:t>
            </a:r>
            <a:r>
              <a:rPr sz="1800" b="0">
                <a:solidFill>
                  <a:srgbClr val="000000"/>
                </a:solidFill>
              </a:rPr>
              <a:t>entity-relationship-based schema for learner, question, quiz, result, topic, and performance data.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11893"/>
                </a:solidFill>
              </a:rPr>
              <a:t>ACID-Compliant Transactions: </a:t>
            </a:r>
            <a:r>
              <a:rPr sz="1800" b="0">
                <a:solidFill>
                  <a:srgbClr val="000000"/>
                </a:solidFill>
              </a:rPr>
              <a:t>keep quiz attempts, scores, and progress consistent and reliable under concurrent use.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11893"/>
                </a:solidFill>
              </a:rPr>
              <a:t>Query Optimization: </a:t>
            </a:r>
            <a:r>
              <a:rPr sz="1800" b="0">
                <a:solidFill>
                  <a:srgbClr val="000000"/>
                </a:solidFill>
              </a:rPr>
              <a:t>indexed, optimized SQL queries for fast retrieval of frequently accessed question and performance data.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11893"/>
                </a:solidFill>
              </a:rPr>
              <a:t>Distributed Data Access: </a:t>
            </a:r>
            <a:r>
              <a:rPr sz="1800" b="0">
                <a:solidFill>
                  <a:srgbClr val="000000"/>
                </a:solidFill>
              </a:rPr>
              <a:t>Room for local persistence and Firebase for cloud sync, replication, and multi-device reliability.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design and implement an Adaptive Quiz Engine that personalizes question difficulty using Item Response Theory.</a:t>
            </a:r>
            <a:endParaRPr lang="en-US" dirty="0"/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build a normalized relational database that organizes learner, question, quiz, result, topic, and performance data.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provide performance analytics, weak topic detection, and peer ranking for better learner insight.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ensure data reliability through ACID-compliant transactions during concurrent quiz attempts.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optimize database performance using indexing and efficient query execution strategies.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</a:rPr>
              <a:t>To enable reliable, distributed access to learner data across multiple devices using Room and Firebase.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88B684-0FA8-3402-42B4-77A974EFE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659441"/>
            <a:ext cx="902362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 – 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Request handling, validation, service logic, data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 – Database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 model, 1NF, 2NF, 3NF, normalization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CO3 – SQL: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DDL, DML, joins, aggregations, 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CO4 – Transactions: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ACID properties, concurrency, consistent quiz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CO5 –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Indexing, query optimization, faster data retrieval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CO6 – Distributed 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Room, Firebase, synchronization, multi-device access 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Android Studio: </a:t>
            </a:r>
            <a:r>
              <a:rPr sz="1600" b="0">
                <a:solidFill>
                  <a:srgbClr val="000000"/>
                </a:solidFill>
              </a:rPr>
              <a:t>development environment for the Android application.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Kotlin: </a:t>
            </a:r>
            <a:r>
              <a:rPr sz="1600" b="0">
                <a:solidFill>
                  <a:srgbClr val="000000"/>
                </a:solidFill>
              </a:rPr>
              <a:t>primary programming language for Android development.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Android SDK: </a:t>
            </a:r>
            <a:r>
              <a:rPr sz="1600" b="0">
                <a:solidFill>
                  <a:srgbClr val="000000"/>
                </a:solidFill>
              </a:rPr>
              <a:t>for developing application components and interfaces.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Jetpack Compose / XML: </a:t>
            </a:r>
            <a:r>
              <a:rPr sz="1600" b="0">
                <a:solidFill>
                  <a:srgbClr val="000000"/>
                </a:solidFill>
              </a:rPr>
              <a:t>for designing the application user interface.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Room Database: </a:t>
            </a:r>
            <a:r>
              <a:rPr sz="1600" b="0">
                <a:solidFill>
                  <a:srgbClr val="000000"/>
                </a:solidFill>
              </a:rPr>
              <a:t>local storage and management of user, question, quiz, and performance data.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Firebase: </a:t>
            </a:r>
            <a:r>
              <a:rPr sz="1600" b="0">
                <a:solidFill>
                  <a:srgbClr val="000000"/>
                </a:solidFill>
              </a:rPr>
              <a:t>cloud storage, authentication, synchronization, and backend services.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SQL: </a:t>
            </a:r>
            <a:r>
              <a:rPr sz="1600" b="0">
                <a:solidFill>
                  <a:srgbClr val="000000"/>
                </a:solidFill>
              </a:rPr>
              <a:t>relational database operations, queries, joins, and aggregation.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Item Response Theory (IRT): </a:t>
            </a:r>
            <a:r>
              <a:rPr sz="1600" b="0">
                <a:solidFill>
                  <a:srgbClr val="000000"/>
                </a:solidFill>
              </a:rPr>
              <a:t>adaptive question selection and difficulty adjustment.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Git &amp; GitHub: </a:t>
            </a:r>
            <a:r>
              <a:rPr sz="1600" b="0">
                <a:solidFill>
                  <a:srgbClr val="000000"/>
                </a:solidFill>
              </a:rPr>
              <a:t>source-code management and version control.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11893"/>
                </a:solidFill>
              </a:rPr>
              <a:t>Postman: </a:t>
            </a:r>
            <a:r>
              <a:rPr sz="1600" b="0">
                <a:solidFill>
                  <a:srgbClr val="000000"/>
                </a:solidFill>
              </a:rPr>
              <a:t>testing and validating backend and API requests.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85009" y="1774734"/>
            <a:ext cx="10515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0070C0"/>
                </a:solidFill>
              </a:rPr>
              <a:t>Conclusion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000000"/>
                </a:solidFill>
              </a:rPr>
              <a:t>The Exam Preparation App with Adaptive Quizzes combines adaptive learning, normalized database design, ACID-compliant transaction processing, and query optimization to deliver personalized, reliable exam preparation.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000000"/>
                </a:solidFill>
              </a:rPr>
              <a:t>Distributed data management through Room and Firebase ensures learners can access their progress reliably across multiple devices.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0070C0"/>
                </a:solidFill>
              </a:rPr>
              <a:t>Future Scope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000000"/>
                </a:solidFill>
              </a:rPr>
              <a:t>Extend the IRT model with additional learner parameters for even finer-grained difficulty adjustment.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000000"/>
                </a:solidFill>
              </a:rPr>
              <a:t>Add multi-language question support and AI-generated explanations for incorrect answers.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000000"/>
                </a:solidFill>
              </a:rPr>
              <a:t>Scale the backend and database indexing strategy to support larger concurrent user bases.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8271</TotalTime>
  <Words>975</Words>
  <Application>Microsoft Office PowerPoint</Application>
  <PresentationFormat>Widescreen</PresentationFormat>
  <Paragraphs>149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Corbel</vt:lpstr>
      <vt:lpstr>Custom Design</vt:lpstr>
      <vt:lpstr>Parallax</vt:lpstr>
      <vt:lpstr> 1st  REVIEW  EXAM PREPARATION APP WITH ADAPTIVE QUIZZES </vt:lpstr>
      <vt:lpstr>GROUP NUMBER: 3</vt:lpstr>
      <vt:lpstr>ABSTRACT</vt:lpstr>
      <vt:lpstr>INTRODUCTION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Bindhu Madhavi P</cp:lastModifiedBy>
  <cp:revision>95</cp:revision>
  <dcterms:created xsi:type="dcterms:W3CDTF">2022-05-20T10:20:31Z</dcterms:created>
  <dcterms:modified xsi:type="dcterms:W3CDTF">2026-08-18T03:46:13Z</dcterms:modified>
</cp:coreProperties>
</file>